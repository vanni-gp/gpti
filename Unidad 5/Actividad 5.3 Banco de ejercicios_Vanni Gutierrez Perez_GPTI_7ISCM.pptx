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7" r:id="rId3"/>
    <p:sldId id="291" r:id="rId4"/>
    <p:sldId id="276" r:id="rId5"/>
    <p:sldId id="294" r:id="rId6"/>
    <p:sldId id="295" r:id="rId7"/>
    <p:sldId id="296" r:id="rId8"/>
    <p:sldId id="297" r:id="rId9"/>
    <p:sldId id="298" r:id="rId10"/>
    <p:sldId id="299" r:id="rId11"/>
    <p:sldId id="292" r:id="rId12"/>
    <p:sldId id="293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B1A15-0FB2-4C47-838A-3EB8CCB30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D80518-87B8-478A-BFB6-83F2FC51B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F9598E-F83F-41E4-B06A-03E69229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32728B-109C-4C0F-816A-40AAAC56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1283A9-BBB2-4FB2-B952-FC22EE1D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1913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D4BB0-80A8-45BF-AB70-A780C1AAD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5B5FE9-5949-4F4B-B95F-D6E5980F7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E727A8-A41B-4CEA-BDC7-8CFF3CD4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413E6A-FA23-4B60-95AF-0E119BD7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AAC8E-D45A-4C97-AB44-93D28680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0365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9EA90-6F13-4EAD-A403-04EA16502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6E9E47-ED83-49FB-A562-29F6323A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CE3954-E437-494C-A4A6-A1AE6C5A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9B3809-1222-49DB-BA16-112A1547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88A73-E60A-4665-802F-C187F0ED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180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61618C-1277-411C-908E-17F7D84D1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576B2E-7463-4391-A3B9-ED3EF5D77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C52201-0B54-4ED5-A9AD-EE79FA200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FCF94B-49B3-4C92-8BE0-3D5223327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AA6FDF-C728-4F8F-8F89-26B1CE20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65890B-4463-4FA2-A1AE-63F847059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12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EF752-C4B5-4DEC-A62D-A957279B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A1651A-A9F6-4CED-B851-0C2E36D43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062E6D-8E0D-4783-AD8E-76D5CA876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833DBA-2DE9-4957-8DAB-119A29A75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31CC5F-FBA1-4D54-8B97-2CB561CD6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19B012-A23B-4D1B-9535-C98809F0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89FD825-DAF3-438C-9776-7DF763CD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F394EC9-BEA8-492A-963F-2B18017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877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16BE3-930B-4A5D-9DF3-11AAEE9A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5AAC7A-36FE-4F94-A294-7647EC1E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87D515-EDF7-4B1C-A2CD-845C3410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9E3CB0-C8A9-4AF7-8065-CB52EC78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314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556D61-EE5F-4FA0-BEF6-FE927E20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235D5C-DCAE-449C-A0F7-22A60BEA8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97A6BA-3934-4A08-B9E5-AB41EEF5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868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E84A5-3090-4B4F-B272-84DEE700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4F3111-F017-4208-86BD-795C83EC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8E5557-A9A0-429C-A656-22DE1F032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0A6C0B-2805-46E1-BA18-897BCD48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7D644B-E4FF-49EB-A801-2BD73E94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A803E-C301-48CB-AF37-4348688F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2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D2CCE7-3B6D-434B-8A58-E957193B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5263C9-EDD9-4FD9-9C1B-338704208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EF32BF-7162-409B-9F10-E2366858B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23829B-1010-446A-B9AB-0EB80436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184A36-56EB-490C-B43D-8691B913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3A26FF-12AB-4CAF-BBC9-62018FBD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60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D715D-8D2A-4048-AD00-437B0120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6E8BEC-FF2A-4BF1-BBA8-82EE5ACE8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E90A26-2A34-4E05-81C3-8533B6046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111C36-B9AF-42F6-95E3-F12D1F8B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60B99E-80A0-4E83-9180-2129EE44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584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C42754-ED90-4241-8021-37AD22CBF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2177FB-3572-4EF1-BCE5-A1F15E1A1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8A39D3-9A9D-4D70-BA0F-FAD3CCD9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4F1DEC-FE07-4A8D-9510-ED543903B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CB68D3-A7F7-4844-8BD7-869CA247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589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B3FF19-5543-47C9-8CF4-ED79FE2A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3F3D12-9220-470F-9D5F-6CD39C4B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137853-3241-4DC4-8F4C-F8E0AEC4C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6154D-C913-4E73-B5DA-4E4877F3E2F8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62242E-BE9B-41B2-9808-74C67210E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6E32C9-83DC-4EE3-80AE-396D4BDB0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EAE3D-3095-48DE-AF0D-9F30CF9FB1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608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Vanni-GP/GPTI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tm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riskonnect.com/es/gestion-de-riesgos-del-proyecto/5-tecnicas-clave-de-mitigacion-de-riesgos-en-la-gestion-de-proyectos/" TargetMode="External"/><Relationship Id="rId3" Type="http://schemas.openxmlformats.org/officeDocument/2006/relationships/hyperlink" Target="https://projectmanagementacademy.net/resources/blog/identify-risk-in-project-management/" TargetMode="External"/><Relationship Id="rId7" Type="http://schemas.openxmlformats.org/officeDocument/2006/relationships/hyperlink" Target="https://www.atlassian.com/es/work-management/project-management/risk-mitigatio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jefedeproyectos.com/analisis-cualitativo-vs-cuantitativo-riesgos-proyectos/" TargetMode="External"/><Relationship Id="rId5" Type="http://schemas.openxmlformats.org/officeDocument/2006/relationships/hyperlink" Target="https://mitti.com/es/temas/analisis-cualitativo" TargetMode="External"/><Relationship Id="rId4" Type="http://schemas.openxmlformats.org/officeDocument/2006/relationships/hyperlink" Target="https://www.aden.org/business-magazine/gestion-de-proyectos-tecnicas-de-identificacion-de-riesgo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33F3B5A-AFEC-40C0-8F93-4E0AFBF6F840}"/>
              </a:ext>
            </a:extLst>
          </p:cNvPr>
          <p:cNvSpPr txBox="1"/>
          <p:nvPr/>
        </p:nvSpPr>
        <p:spPr>
          <a:xfrm>
            <a:off x="944880" y="1249493"/>
            <a:ext cx="10668000" cy="543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Instituto Tecnológico de Frontera Comalapa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Modalidad Mixta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Materia: 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Gestión de Proyectos de TI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Semestre:  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Séptimo semestre 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Especialidad: 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Ingeniería en Sistemas Computacionales.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Numero de control: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231260008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alumno: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Vanni Gutiérrez Pérez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docente: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Francisco Javier Mingo Velázquez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Nombre del trabajo: 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Banco de Ejercicios: </a:t>
            </a:r>
            <a:r>
              <a:rPr lang="es-ES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Aplicación de Formatos, Selección de Herramientas y Respuestas de Solicitudes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Fecha de entrega</a:t>
            </a: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Bella Vista, Chiapas </a:t>
            </a:r>
            <a:r>
              <a:rPr lang="es-MX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es-MX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30 </a:t>
            </a:r>
            <a:r>
              <a:rPr lang="es-MX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septiembre del 2026</a:t>
            </a: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6000"/>
              </a:lnSpc>
              <a:spcAft>
                <a:spcPts val="800"/>
              </a:spcAft>
            </a:pPr>
            <a:r>
              <a:rPr lang="es-MX" sz="1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Repositorio GIT: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Vanni-GP/GPTI</a:t>
            </a:r>
            <a:endParaRPr lang="es-MX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2.png">
            <a:extLst>
              <a:ext uri="{FF2B5EF4-FFF2-40B4-BE49-F238E27FC236}">
                <a16:creationId xmlns:a16="http://schemas.microsoft.com/office/drawing/2014/main" id="{C530A503-595F-4484-BDAD-B0E49C5BE2D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940" y="509349"/>
            <a:ext cx="2528570" cy="566420"/>
          </a:xfrm>
          <a:prstGeom prst="rect">
            <a:avLst/>
          </a:prstGeom>
        </p:spPr>
      </p:pic>
      <p:pic>
        <p:nvPicPr>
          <p:cNvPr id="10" name="image3.png">
            <a:extLst>
              <a:ext uri="{FF2B5EF4-FFF2-40B4-BE49-F238E27FC236}">
                <a16:creationId xmlns:a16="http://schemas.microsoft.com/office/drawing/2014/main" id="{9257A986-D344-4C09-A410-5B24351FDFD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615" y="261805"/>
            <a:ext cx="1755140" cy="859155"/>
          </a:xfrm>
          <a:prstGeom prst="rect">
            <a:avLst/>
          </a:prstGeom>
        </p:spPr>
      </p:pic>
      <p:pic>
        <p:nvPicPr>
          <p:cNvPr id="11" name="image4.jpeg">
            <a:extLst>
              <a:ext uri="{FF2B5EF4-FFF2-40B4-BE49-F238E27FC236}">
                <a16:creationId xmlns:a16="http://schemas.microsoft.com/office/drawing/2014/main" id="{09C089BE-883F-41F0-A2C0-16298D0B23F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7830820" y="295275"/>
            <a:ext cx="1179830" cy="84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77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7C9ED0-84D3-42E0-B6D0-0674C784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941628"/>
            <a:ext cx="10944225" cy="399613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D81D09-65B5-4523-A243-DC45141EE071}"/>
              </a:ext>
            </a:extLst>
          </p:cNvPr>
          <p:cNvSpPr/>
          <p:nvPr/>
        </p:nvSpPr>
        <p:spPr>
          <a:xfrm>
            <a:off x="5124450" y="467315"/>
            <a:ext cx="1943100" cy="2552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AC3436-5AD5-4660-9DAE-838FD634E4B6}"/>
              </a:ext>
            </a:extLst>
          </p:cNvPr>
          <p:cNvSpPr txBox="1"/>
          <p:nvPr/>
        </p:nvSpPr>
        <p:spPr>
          <a:xfrm>
            <a:off x="542925" y="941629"/>
            <a:ext cx="10706100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En este segundo reporte de la Unidad 5 muestro las respuestas obtenidas al aplicar los dos formatos de levantamiento del informe anterior, dejando lista la elección de programas y la revisión de solicitudes para los tres proyectos 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Multired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Empresa Corona y Aeropuerto). Tras revisar las respuestas del primer cuestionario, definí como gestor usar un esquema combinado: Microsoft Project para llevar el calendario general y los costos ($3,725.00 MXN), y Trello como un tablero visual en el navegador para que el equipo mueva sus tareas diarias, dejando fuera a Jira por ser muy tardado de configurar. Además, muestro los resultados del segundo formato, donde el proyecto de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Multired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se mantuvo exactamente igual sin cambios, mientras que Corona y Aeropuerto resolvieron dudas sencillas que no movieron las entregas de 11, 10 y 9 días.</a:t>
            </a:r>
          </a:p>
        </p:txBody>
      </p:sp>
    </p:spTree>
    <p:extLst>
      <p:ext uri="{BB962C8B-B14F-4D97-AF65-F5344CB8AC3E}">
        <p14:creationId xmlns:p14="http://schemas.microsoft.com/office/powerpoint/2010/main" val="2333110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7C9ED0-84D3-42E0-B6D0-0674C784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240899"/>
            <a:ext cx="9780968" cy="395594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D81D09-65B5-4523-A243-DC45141EE071}"/>
              </a:ext>
            </a:extLst>
          </p:cNvPr>
          <p:cNvSpPr/>
          <p:nvPr/>
        </p:nvSpPr>
        <p:spPr>
          <a:xfrm>
            <a:off x="5014912" y="516275"/>
            <a:ext cx="1943100" cy="2552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AC3436-5AD5-4660-9DAE-838FD634E4B6}"/>
              </a:ext>
            </a:extLst>
          </p:cNvPr>
          <p:cNvSpPr txBox="1"/>
          <p:nvPr/>
        </p:nvSpPr>
        <p:spPr>
          <a:xfrm>
            <a:off x="1306132" y="1240899"/>
            <a:ext cx="9360660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Presentar las respuestas reales de los formatos es importante porque demuestra que las decisiones del proyecto se tomaron escuchando al equipo y revisando los datos. Al leer las contestaciones de Cynthia,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Darvin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y las mías, me di cuenta de que ellos necesitaban algo rápido como Trello para subir avances sin trabarse, mientras que yo podía usar Microsoft Project para controlar las horas y el dinero. Por otro lado, revisar las fichas de cambio permitió confirmar que el proyecto de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Multired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no requería ajustes y que las dudas de Corona y Aeropuerto se podían resolver en el mismo tiempo acordado. Esto demuestra que usar formatos sencillos ayuda a mantener el orden sin retrasar las entregas escolares.</a:t>
            </a:r>
          </a:p>
        </p:txBody>
      </p:sp>
    </p:spTree>
    <p:extLst>
      <p:ext uri="{BB962C8B-B14F-4D97-AF65-F5344CB8AC3E}">
        <p14:creationId xmlns:p14="http://schemas.microsoft.com/office/powerpoint/2010/main" val="283291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4"/>
            <a:ext cx="11358562" cy="52302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RESPUESTAS DEL FORMATO 1: ELECCIÓN DE HERRAMIENTAS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FB457C6-E945-47D4-92CF-94E3B2371AC3}"/>
              </a:ext>
            </a:extLst>
          </p:cNvPr>
          <p:cNvSpPr txBox="1"/>
          <p:nvPr/>
        </p:nvSpPr>
        <p:spPr>
          <a:xfrm>
            <a:off x="548640" y="1524031"/>
            <a:ext cx="108727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Le apliqué las 5 preguntas cortas a Cynthia, 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Darvin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Esto fue lo que respondieron: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Respuestas Cortas del Equipo Cynthia Morales 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Multired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): "MS Project se me hace bueno para ver los días, pero pesado para avisar cosas rápidas. Trello se me hace facilísimo de usar desde el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cel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o la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lap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Jira se ve muy enredado."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Darvin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Roblero (Empresa Corona): "En MS Project veo bien mi ruta de 10 días, pero para diario prefiero Trello porque dividí mi trabajo en 3 tableros y subo fotos rápido. Jira pide configurar muchas cosas que nos quitan tiempo."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Vanni Gutiérrez (Aeropuerto / Gestor): "Yo uso MS Project para cuidar las 74.5 horas y los $3,725.00 MXN. Para hablar diario con ellos, Trello en 4 columnas está perfecto. Jira queda fuera por pesado."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4"/>
            <a:ext cx="11358562" cy="26966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RESPUESTAS DEL FORMATO 1: ELECCIÓN DE HERRAMIENTAS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FB457C6-E945-47D4-92CF-94E3B2371AC3}"/>
              </a:ext>
            </a:extLst>
          </p:cNvPr>
          <p:cNvSpPr txBox="1"/>
          <p:nvPr/>
        </p:nvSpPr>
        <p:spPr>
          <a:xfrm>
            <a:off x="563880" y="1524031"/>
            <a:ext cx="108575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Programas Elegidos </a:t>
            </a: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Microsoft Project (Para el Gestor): Lleva el cronograma, la ruta crítica y el presupuesto ($3,725.00 MXN).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Trello (Para el Equipo): Mueve el trabajo diario en 4 columnas: Por Hacer, En Proceso, En Revisión y Terminado ($0.00 MXN).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Jira Software: Descartado. Muy pesado y pide muchas configuraciones que no necesitamos.</a:t>
            </a:r>
          </a:p>
        </p:txBody>
      </p:sp>
    </p:spTree>
    <p:extLst>
      <p:ext uri="{BB962C8B-B14F-4D97-AF65-F5344CB8AC3E}">
        <p14:creationId xmlns:p14="http://schemas.microsoft.com/office/powerpoint/2010/main" val="227632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3"/>
            <a:ext cx="11358562" cy="4896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RESPUESTAS DEL FORMATO 2: SOLICITUDES E INFORMACIÓN (CR)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FB457C6-E945-47D4-92CF-94E3B2371AC3}"/>
              </a:ext>
            </a:extLst>
          </p:cNvPr>
          <p:cNvSpPr txBox="1"/>
          <p:nvPr/>
        </p:nvSpPr>
        <p:spPr>
          <a:xfrm>
            <a:off x="563880" y="1524031"/>
            <a:ext cx="108575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Así quedaron atendidas las fichas recibidas de cada proyecto: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Proyecto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Multired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(Cynthia Morales) — SIN CAMBIOS </a:t>
            </a: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Respuestas en la ficha (CR-01): Cynthia mandó el formato avisando que su diseño del cajero, las decisiones de NIP y el reloj de 30 segundos en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están funcionando bien y no necesita hacer ningún cambio.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Revisión en MS Project: Al no haber cambios, la fecha se queda tal cual en 11 días hábiles y 22 horas de trabajo.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 del Gestor: SE QUEDA IGUAL. El proyecto sigue con su plan base sin modificar sus $1,100.00 MXN.</a:t>
            </a:r>
          </a:p>
        </p:txBody>
      </p:sp>
    </p:spTree>
    <p:extLst>
      <p:ext uri="{BB962C8B-B14F-4D97-AF65-F5344CB8AC3E}">
        <p14:creationId xmlns:p14="http://schemas.microsoft.com/office/powerpoint/2010/main" val="1467844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3"/>
            <a:ext cx="11358562" cy="4896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RESPUESTAS DEL FORMATO 2: SOLICITUDES E INFORMACIÓN (CR)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FB457C6-E945-47D4-92CF-94E3B2371AC3}"/>
              </a:ext>
            </a:extLst>
          </p:cNvPr>
          <p:cNvSpPr txBox="1"/>
          <p:nvPr/>
        </p:nvSpPr>
        <p:spPr>
          <a:xfrm>
            <a:off x="563880" y="1524031"/>
            <a:ext cx="108575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Proyecto Empresa Corona (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Darvin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Roblero) — AJUSTE PEQUEÑO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Respuestas en la ficha (CR-02):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Darvin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pidió información para agregar una línea pequeña sobre el regreso de botellas vacías, calculando que le tomaba 1 hora y media más.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Revisión en MS Project: Revisé que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Darvin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podía acomodar esa hora y media dentro de sus 3 horas diarias de trabajo usando cuadros agrupados en Draw.io, sin mover su fecha final del 28 de septiembre.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 del Gestor: APROBADO SIN COSTO EXTRA. Se hace el ajuste dentro de sus 10 días y presupuesto de $1,500.00 MXN.</a:t>
            </a:r>
          </a:p>
        </p:txBody>
      </p:sp>
    </p:spTree>
    <p:extLst>
      <p:ext uri="{BB962C8B-B14F-4D97-AF65-F5344CB8AC3E}">
        <p14:creationId xmlns:p14="http://schemas.microsoft.com/office/powerpoint/2010/main" val="226315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3"/>
            <a:ext cx="11358562" cy="4896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RESPUESTAS DEL FORMATO 2: SOLICITUDES E INFORMACIÓN (CR)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FB457C6-E945-47D4-92CF-94E3B2371AC3}"/>
              </a:ext>
            </a:extLst>
          </p:cNvPr>
          <p:cNvSpPr txBox="1"/>
          <p:nvPr/>
        </p:nvSpPr>
        <p:spPr>
          <a:xfrm>
            <a:off x="563880" y="1524031"/>
            <a:ext cx="108575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Proyecto Aeropuerto (Vanni Gutiérrez) — AJUSTE PEQUEÑO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Respuestas en la ficha (CR-03): Puse una ficha para acomodar la puerta de abordaje y checar que el archivo abriera bien entre Bizagi y Bonita, calculando 1 hora de trabajo.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Revisión en MS Project: Acomodé el tiempo sin retrasar las demás tareas, terminando el 28 de septiembre. </a:t>
            </a:r>
          </a:p>
          <a:p>
            <a:pPr algn="just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Respuesta del Gestor: APROBADO. Se hizo el ajuste dentro de mis 9 días y presupuesto de $1,125.00 MXN.</a:t>
            </a:r>
          </a:p>
        </p:txBody>
      </p:sp>
    </p:spTree>
    <p:extLst>
      <p:ext uri="{BB962C8B-B14F-4D97-AF65-F5344CB8AC3E}">
        <p14:creationId xmlns:p14="http://schemas.microsoft.com/office/powerpoint/2010/main" val="209868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3"/>
            <a:ext cx="11358562" cy="4896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CUADRO COMPARATIVO DE RESULTADOS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8B06D4-C6A9-47BE-A3A4-D6E9A488B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515392"/>
            <a:ext cx="9801596" cy="453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98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41983"/>
            <a:ext cx="11358562" cy="4896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19125"/>
            <a:ext cx="835464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TABLA DE CONTROL FINAL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8150"/>
            <a:ext cx="157162" cy="1238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462E7B0-8C5B-4CE2-B1FA-304C19109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360" y="1499332"/>
            <a:ext cx="9862356" cy="45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35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7C9ED0-84D3-42E0-B6D0-0674C784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240900"/>
            <a:ext cx="9780968" cy="3529220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D81D09-65B5-4523-A243-DC45141EE071}"/>
              </a:ext>
            </a:extLst>
          </p:cNvPr>
          <p:cNvSpPr/>
          <p:nvPr/>
        </p:nvSpPr>
        <p:spPr>
          <a:xfrm>
            <a:off x="5014912" y="516275"/>
            <a:ext cx="1943100" cy="2552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ONCLUSIÓN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AC3436-5AD5-4660-9DAE-838FD634E4B6}"/>
              </a:ext>
            </a:extLst>
          </p:cNvPr>
          <p:cNvSpPr txBox="1"/>
          <p:nvPr/>
        </p:nvSpPr>
        <p:spPr>
          <a:xfrm>
            <a:off x="1306132" y="1240899"/>
            <a:ext cx="9360660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Aplicar los formatos contestados nos dio la solución exacta para trabajar con orden y sin complicaciones. El cuestionario dejó claro que la mejor opción era combinar Microsoft Project para controlar las fechas y costos con Trello para mover las tareas del día a día, dejando fuera a Jira por ser muy enredado. De igual forma, las fichas de información confirmaron que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Multired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se quedó igual a su diseño original, mientras que Corona y Aeropuerto hicieron ajustes mínimos que no cobraron nada extra ni retrasaron las entregas. Gracias a esto, mantuve como gestor los tres proyectos a tiempo dentro de sus 74.5 horas y el presupuesto exacto de $3,725.00 MXN.</a:t>
            </a:r>
          </a:p>
        </p:txBody>
      </p:sp>
    </p:spTree>
    <p:extLst>
      <p:ext uri="{BB962C8B-B14F-4D97-AF65-F5344CB8AC3E}">
        <p14:creationId xmlns:p14="http://schemas.microsoft.com/office/powerpoint/2010/main" val="2931467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7C9ED0-84D3-42E0-B6D0-0674C7844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240899"/>
            <a:ext cx="9780968" cy="498845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D81D09-65B5-4523-A243-DC45141EE071}"/>
              </a:ext>
            </a:extLst>
          </p:cNvPr>
          <p:cNvSpPr/>
          <p:nvPr/>
        </p:nvSpPr>
        <p:spPr>
          <a:xfrm>
            <a:off x="4502944" y="525800"/>
            <a:ext cx="3186112" cy="3314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FUENTES DE INFORMACIÓN</a:t>
            </a:r>
            <a:endParaRPr lang="es-MX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AC3436-5AD5-4660-9DAE-838FD634E4B6}"/>
              </a:ext>
            </a:extLst>
          </p:cNvPr>
          <p:cNvSpPr txBox="1"/>
          <p:nvPr/>
        </p:nvSpPr>
        <p:spPr>
          <a:xfrm>
            <a:off x="1306132" y="1551146"/>
            <a:ext cx="936066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Aldridge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E. (s. f.).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Identification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 Project Management. Project Management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Academy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s-MX" sz="16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3"/>
              </a:rPr>
              <a:t>https://projectmanagementacademy.net/resources/blog/identify-risk-in-project-management/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ADEN International Business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School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(2025, 13 de junio). Evaluación y Riesgos en Gestión de Proyectos. ADEN Business Magazine. </a:t>
            </a:r>
            <a:r>
              <a:rPr lang="es-MX" sz="16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4"/>
              </a:rPr>
              <a:t>https://www.aden.org/business-magazine/gestion-de-proyectos-tecnicas-de-identificacion-de-riesgos/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Mitti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Content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Team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(2026, 16 de julio). Análisis de riesgo cualitativo y cuantitativo.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Mitti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SafetyCulture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s-MX" sz="16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5"/>
              </a:rPr>
              <a:t>https://mitti.com/es/temas/analisis-cualitativo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Gutiérrez, A. (2026, 26 de abril). Análisis Cualitativo vs Cuantitativo de Riesgos: Matriz de Decisión. Jefe de Proyectos. </a:t>
            </a:r>
            <a:r>
              <a:rPr lang="es-MX" sz="16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6"/>
              </a:rPr>
              <a:t>https://jefedeproyectos.com/analisis-cualitativo-vs-cuantitativo-riesgos-proyectos/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Atlassian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(s. f.). ¿Qué es la mitigación de riesgos? Estrategias de gestión de proyectos.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Workstream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s-MX" sz="16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7"/>
              </a:rPr>
              <a:t>https://www.atlassian.com/es/work-management/project-management/risk-mitigation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Riskonnect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(2025, 31 de enero). 5 Key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Mitigation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Techniques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 Project Management. 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MX" sz="16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Riskonnect</a:t>
            </a:r>
            <a:r>
              <a:rPr lang="es-MX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s-MX" sz="16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hlinkClick r:id="rId8"/>
              </a:rPr>
              <a:t>https://riskonnect.com/es/gestion-de-riesgos-del-proyecto/5-tecnicas-clave-de-mitigacion-de-riesgos-en-la-gestion-de-proyectos/</a:t>
            </a:r>
            <a:endParaRPr lang="es-MX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179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1260</Words>
  <Application>Microsoft Office PowerPoint</Application>
  <PresentationFormat>Panorámica</PresentationFormat>
  <Paragraphs>70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VANNI GUTIÉRREZ PÉREZ</dc:creator>
  <cp:lastModifiedBy>VANNI GUTIÉRREZ PÉREZ</cp:lastModifiedBy>
  <cp:revision>9</cp:revision>
  <dcterms:created xsi:type="dcterms:W3CDTF">2026-09-27T15:30:03Z</dcterms:created>
  <dcterms:modified xsi:type="dcterms:W3CDTF">2026-10-03T01:29:46Z</dcterms:modified>
</cp:coreProperties>
</file>